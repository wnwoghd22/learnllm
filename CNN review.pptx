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FC13F-F77C-4A33-9779-BBD518E06816}" v="3" dt="2026-06-14T13:21:07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51CAA-841C-C8F2-863E-58993D32C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9D537E-F9D8-895F-B6C5-B14BFFDE2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4AB1C9-2AAF-CB47-D7E4-B44E82A9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2A64D8-4964-E353-ECA7-0D99CD63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F99A9-77B8-86F4-529A-BF519D30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79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66360-69DB-8D88-1486-54BA6406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80D965-2715-FD85-A66A-0FDC7328B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90C989-B222-D0AA-6539-72F612A8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54EF7-8C81-B0B2-04AB-A1A9A7CC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86702-CFD2-5BA9-737E-2E26EBE7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42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5C4AF-208E-C293-42CB-40459C50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A5BE6F-6DC2-9739-9ABD-A3EFB2E76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C3AB93-3B2D-2195-3E15-5BEE914B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E43AB-CC39-736C-9E65-EAFD8D09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8BA5AC-4F03-BEAF-6D30-445415F8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61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7AF59-F220-D1D1-8242-0DF8CA1D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93C50E-91E0-EA98-ED18-166278438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D1881F-441D-A014-C0AB-71582377E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EBB5D7-60E3-996C-47D4-D749E724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6DA399-6662-511D-F6E8-1D37A1A2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B67934-71AE-CA95-837C-347FF481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08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E99A6-2195-FADA-AECB-77C1CEBA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A2E97C-91F4-150E-BB2B-99FE94C1A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C368C9-5CFB-AD6E-311C-B21B76783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1D09C0-5445-E7CA-D7D3-39CB5A66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549867-1033-9CC8-0823-848331269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1AFCA5-9F56-6C78-820E-2BFCAF09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59C90-153D-9790-4562-6CEA33C9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1D2BAA-06AE-71FC-1FAF-667AB65E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22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0BED2-96A7-ABAB-2590-949620C9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891704D-5790-E22C-AB5C-5517C7E7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255A29-4CE6-9E88-C381-6C681B4F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6AAFC9-22AB-F945-5292-7046C18D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78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1EFF42-C69E-73FA-51CE-533D4ECF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7DF80F-FAA9-11DE-4711-B16F6802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1B659-E609-BF14-E67A-7867E05C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188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699EE-9260-1DFE-EA79-F4840448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DEFBA-B89E-7089-41D2-696A788CE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3DB06F-2360-177F-AED6-0D8DC983F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C8500-D523-8E65-6AF9-BAA761B0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A83518-F742-250C-F57A-F4D2051B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7C05F6-BF1A-AF75-4CBF-6716DF71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16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23822-B203-5FCE-8A4E-F7532454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B7FBB1-7779-8725-C31F-C9D23C4C3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BB145B-DF6E-0C7E-1A45-9F46C00B0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75F2D6-1282-94D3-EAE0-79DDF2F1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2443BB-26C1-7D3E-C289-17455C19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2E7A10-58EF-8273-4C89-12CB3B87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4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B292F-7F46-4ADE-EA12-E572068D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EB677D-8833-2966-1A1D-4C3FD581F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B5912-67EE-A8E4-F61C-BF9F9C60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16E46-B833-FADF-1AD6-1416C0F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7C9E8-DBE1-54F1-F1D2-55103386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38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50324B-EDAC-0CDB-3234-F5568A1A2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4FA091-67D2-E5F1-2C94-4EA40F5A4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331114-1BBE-C7A7-68B0-B0D12646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E6A9C-AA01-FD99-E240-9E76CD08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0437F0-65F2-2266-2CFE-67C40C00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2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8EA9C6-BC4B-45E0-E5A7-88F476270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420A81-0068-D506-AE1E-65803560A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6BF3F-888C-FE97-55C5-09E575D54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1D525-B7DB-4811-B1BF-8FEB5E13AFD2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26B3A7-DD24-193A-2768-E04CD945D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A4DAA2-3CFB-E1C8-A60D-6335D9EFE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1DE9A-4DB5-4E8D-ABEC-F4B44660D2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3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532D0-9DD9-AA16-B977-FCEB7E912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CNN</a:t>
            </a:r>
            <a:r>
              <a:rPr lang="ko-KR" altLang="en-US" dirty="0"/>
              <a:t> </a:t>
            </a:r>
            <a:r>
              <a:rPr lang="en-US" altLang="ko-KR" dirty="0"/>
              <a:t>review</a:t>
            </a:r>
            <a:br>
              <a:rPr lang="en-US" altLang="ko-KR" dirty="0"/>
            </a:br>
            <a:r>
              <a:rPr lang="en-US" altLang="ko-KR" dirty="0"/>
              <a:t>(from </a:t>
            </a:r>
            <a:r>
              <a:rPr lang="en-US" altLang="ko-KR" dirty="0" err="1"/>
              <a:t>ResNet</a:t>
            </a:r>
            <a:r>
              <a:rPr lang="en-US" altLang="ko-KR" dirty="0"/>
              <a:t> to </a:t>
            </a:r>
            <a:r>
              <a:rPr lang="en-US" altLang="ko-KR" dirty="0" err="1"/>
              <a:t>EfficientNet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C81669-C691-5889-4DBD-66722D3DF8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Jaehong</a:t>
            </a:r>
            <a:r>
              <a:rPr lang="en-US" altLang="ko-KR" dirty="0"/>
              <a:t> Ju</a:t>
            </a:r>
          </a:p>
        </p:txBody>
      </p:sp>
    </p:spTree>
    <p:extLst>
      <p:ext uri="{BB962C8B-B14F-4D97-AF65-F5344CB8AC3E}">
        <p14:creationId xmlns:p14="http://schemas.microsoft.com/office/powerpoint/2010/main" val="413451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1239F-00CF-C832-C9B1-A87745CA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239" y="610974"/>
            <a:ext cx="2914934" cy="4351338"/>
          </a:xfrm>
        </p:spPr>
        <p:txBody>
          <a:bodyPr/>
          <a:lstStyle/>
          <a:p>
            <a:r>
              <a:rPr lang="en-US" altLang="ko-KR" dirty="0" err="1"/>
              <a:t>ResNet</a:t>
            </a:r>
            <a:endParaRPr lang="en-US" altLang="ko-KR" dirty="0"/>
          </a:p>
          <a:p>
            <a:r>
              <a:rPr lang="en-US" altLang="ko-KR" dirty="0" err="1"/>
              <a:t>DenseNet</a:t>
            </a:r>
            <a:endParaRPr lang="en-US" altLang="ko-KR" dirty="0"/>
          </a:p>
          <a:p>
            <a:r>
              <a:rPr lang="en-US" altLang="ko-KR" dirty="0" err="1"/>
              <a:t>SENet</a:t>
            </a:r>
            <a:endParaRPr lang="en-US" altLang="ko-KR" dirty="0"/>
          </a:p>
          <a:p>
            <a:r>
              <a:rPr lang="en-US" altLang="ko-KR" dirty="0" err="1"/>
              <a:t>MobileNet</a:t>
            </a:r>
            <a:endParaRPr lang="en-US" altLang="ko-KR" dirty="0"/>
          </a:p>
          <a:p>
            <a:r>
              <a:rPr lang="en-US" altLang="ko-KR" dirty="0" err="1"/>
              <a:t>EfficientNet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484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14D3B-8B4F-4C0F-A5B4-5A1A780C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82" y="365125"/>
            <a:ext cx="10787418" cy="1325563"/>
          </a:xfrm>
        </p:spPr>
        <p:txBody>
          <a:bodyPr/>
          <a:lstStyle/>
          <a:p>
            <a:r>
              <a:rPr lang="en-US" altLang="ko-KR" dirty="0"/>
              <a:t>Deeper but not Better, why?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076B33E-E608-E79F-5743-1C8FA80F6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387" y="1805307"/>
            <a:ext cx="6707875" cy="383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7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6E718-0DFA-436A-6039-DC2B9F26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ResNet</a:t>
            </a:r>
            <a:r>
              <a:rPr lang="en-US" altLang="ko-KR" dirty="0"/>
              <a:t>: Residual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C0CF1-AB69-3D45-3821-E2C148919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154"/>
            <a:ext cx="5819633" cy="4351338"/>
          </a:xfrm>
        </p:spPr>
        <p:txBody>
          <a:bodyPr/>
          <a:lstStyle/>
          <a:p>
            <a:r>
              <a:rPr lang="en-US" altLang="ko-KR" dirty="0"/>
              <a:t>Shortcut connection</a:t>
            </a:r>
          </a:p>
          <a:p>
            <a:pPr marL="0" indent="0">
              <a:buNone/>
            </a:pPr>
            <a:r>
              <a:rPr lang="en-US" altLang="ko-KR" dirty="0"/>
              <a:t>(Skip connection)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992936-2EBD-4665-D0D5-921C2F009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842" y="2115177"/>
            <a:ext cx="4349154" cy="24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9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B3BB1-4783-8733-D657-8E5BD556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Better</a:t>
            </a:r>
            <a:r>
              <a:rPr lang="ko-KR" altLang="en-US" dirty="0"/>
              <a:t> </a:t>
            </a:r>
            <a:r>
              <a:rPr lang="en-US" altLang="ko-KR" dirty="0"/>
              <a:t>performance, how?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6F4FF9-A98E-7158-F78B-85504CAA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56" y="1690688"/>
            <a:ext cx="10794144" cy="37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9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CDF04-B5B6-2F54-0AB5-E22451479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Better</a:t>
            </a:r>
            <a:r>
              <a:rPr lang="ko-KR" altLang="en-US" dirty="0"/>
              <a:t> </a:t>
            </a:r>
            <a:r>
              <a:rPr lang="en-US" altLang="ko-KR" dirty="0"/>
              <a:t>performance, how?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98E3C-0CAA-E76F-7AFC-3C8020BB3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Resolve “Vanishing gradient”?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Nope! BN should be enough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88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91E76-6727-FED0-6A57-0AFC3CE8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E234B-EA8D-3DF9-3BAF-28BE1A3A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Better</a:t>
            </a:r>
            <a:r>
              <a:rPr lang="ko-KR" altLang="en-US" dirty="0"/>
              <a:t> </a:t>
            </a:r>
            <a:r>
              <a:rPr lang="en-US" altLang="ko-KR" dirty="0"/>
              <a:t>performance, how?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BB4668-9271-AF0C-0AA0-FA12CAA2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6093" cy="4351338"/>
          </a:xfrm>
        </p:spPr>
        <p:txBody>
          <a:bodyPr/>
          <a:lstStyle/>
          <a:p>
            <a:r>
              <a:rPr lang="en-US" altLang="ko-KR" dirty="0"/>
              <a:t>Ensemble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895694F-3F8B-F014-D55B-48B34C8CCBCA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48460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A7F9B51-EBF4-0401-AEAB-538A2761AD10}"/>
              </a:ext>
            </a:extLst>
          </p:cNvPr>
          <p:cNvSpPr txBox="1">
            <a:spLocks/>
          </p:cNvSpPr>
          <p:nvPr/>
        </p:nvSpPr>
        <p:spPr>
          <a:xfrm>
            <a:off x="5866264" y="1825625"/>
            <a:ext cx="48460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Back Propagation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D308B09-6472-C9A5-EA7C-8E048BB3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29" y="2396951"/>
            <a:ext cx="4342484" cy="3649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C49E080-8236-DF35-49F2-3B287DDCA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13" y="2731539"/>
            <a:ext cx="6342253" cy="1676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F5B0CA-70A0-9DEC-085E-F8E6D59F1353}"/>
              </a:ext>
            </a:extLst>
          </p:cNvPr>
          <p:cNvSpPr txBox="1"/>
          <p:nvPr/>
        </p:nvSpPr>
        <p:spPr>
          <a:xfrm>
            <a:off x="6018663" y="4408226"/>
            <a:ext cx="4776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Dynamical Isometry:</a:t>
            </a:r>
            <a:r>
              <a:rPr lang="ko-KR" altLang="en-US" dirty="0"/>
              <a:t> </a:t>
            </a:r>
            <a:r>
              <a:rPr lang="en-US" altLang="ko-KR" dirty="0"/>
              <a:t>keep</a:t>
            </a:r>
            <a:r>
              <a:rPr lang="ko-KR" altLang="en-US" dirty="0"/>
              <a:t> </a:t>
            </a:r>
            <a:r>
              <a:rPr lang="en-US" altLang="ko-KR" dirty="0"/>
              <a:t>Jacobian</a:t>
            </a:r>
            <a:r>
              <a:rPr lang="ko-KR" altLang="en-US" dirty="0"/>
              <a:t> </a:t>
            </a:r>
            <a:r>
              <a:rPr lang="en-US" altLang="ko-KR" dirty="0"/>
              <a:t>values 1</a:t>
            </a:r>
          </a:p>
          <a:p>
            <a:r>
              <a:rPr lang="en-US" altLang="ko-KR" dirty="0"/>
              <a:t>(</a:t>
            </a:r>
            <a:r>
              <a:rPr lang="ko-KR" altLang="ko-KR" dirty="0" err="1"/>
              <a:t>Resurrecting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sigmoid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deep</a:t>
            </a:r>
            <a:r>
              <a:rPr lang="ko-KR" altLang="ko-KR" dirty="0"/>
              <a:t> </a:t>
            </a:r>
            <a:r>
              <a:rPr lang="ko-KR" altLang="ko-KR" dirty="0" err="1"/>
              <a:t>learning</a:t>
            </a:r>
            <a:r>
              <a:rPr lang="ko-KR" altLang="ko-KR" dirty="0"/>
              <a:t> </a:t>
            </a:r>
            <a:r>
              <a:rPr lang="ko-KR" altLang="ko-KR" dirty="0" err="1"/>
              <a:t>through</a:t>
            </a:r>
            <a:r>
              <a:rPr lang="ko-KR" altLang="ko-KR" dirty="0"/>
              <a:t> </a:t>
            </a:r>
            <a:r>
              <a:rPr lang="ko-KR" altLang="ko-KR" dirty="0" err="1"/>
              <a:t>dynamical</a:t>
            </a:r>
            <a:r>
              <a:rPr lang="ko-KR" altLang="ko-KR" dirty="0"/>
              <a:t> </a:t>
            </a:r>
            <a:r>
              <a:rPr lang="ko-KR" altLang="ko-KR" dirty="0" err="1"/>
              <a:t>isometry</a:t>
            </a:r>
            <a:r>
              <a:rPr lang="ko-KR" altLang="ko-KR" dirty="0"/>
              <a:t>: </a:t>
            </a:r>
            <a:r>
              <a:rPr lang="ko-KR" altLang="ko-KR" dirty="0" err="1"/>
              <a:t>theory</a:t>
            </a:r>
            <a:r>
              <a:rPr lang="ko-KR" altLang="ko-KR" dirty="0"/>
              <a:t> and </a:t>
            </a:r>
            <a:r>
              <a:rPr lang="ko-KR" altLang="ko-KR" dirty="0" err="1"/>
              <a:t>practice</a:t>
            </a:r>
            <a:r>
              <a:rPr lang="en-US" altLang="ko-KR" dirty="0"/>
              <a:t>, 2017)</a:t>
            </a:r>
          </a:p>
        </p:txBody>
      </p:sp>
    </p:spTree>
    <p:extLst>
      <p:ext uri="{BB962C8B-B14F-4D97-AF65-F5344CB8AC3E}">
        <p14:creationId xmlns:p14="http://schemas.microsoft.com/office/powerpoint/2010/main" val="215087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DA62F-45A1-481F-44AE-F71DE4B9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DenseNet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560BB-B703-5F59-0935-DDEC01BA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Densely Connected</a:t>
            </a:r>
          </a:p>
          <a:p>
            <a:r>
              <a:rPr lang="en-US" altLang="ko-KR" dirty="0"/>
              <a:t>Each layer takes all front results</a:t>
            </a:r>
          </a:p>
          <a:p>
            <a:r>
              <a:rPr lang="en-US" altLang="ko-KR" b="1" dirty="0" err="1"/>
              <a:t>concat</a:t>
            </a:r>
            <a:r>
              <a:rPr lang="en-US" altLang="ko-KR" dirty="0"/>
              <a:t> instead of add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79485B-E6F8-6D94-F65B-99FCE97B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225" y="1690688"/>
            <a:ext cx="5082792" cy="4138447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C9285481-2FE4-9AAB-8862-E444E8E4F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762" y="3429000"/>
            <a:ext cx="5022238" cy="56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8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C83FD-D53A-FB7B-CBED-6F9D28957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DenseNet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EE6A8-C603-F796-8E00-EAC8AAF72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Better Performance, but how about memory?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05AE34-1630-3FE4-4851-2A1DBCC79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051" y="2409347"/>
            <a:ext cx="8442258" cy="39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38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760F2-20C9-67E7-EAD1-7C91314BB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CB62E-D72D-4EA5-B9CC-5EF42AA78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Some channels are more important than others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5981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44439-3ED5-599C-7500-FD8BA594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C955B-4FC7-1917-C98F-D253933E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54C4C1-7100-1C57-FBE3-0FEC74044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Squeeze &amp; Excitation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AAFB1F-DDC1-A3B6-36EC-784861248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19" y="2583475"/>
            <a:ext cx="10271540" cy="338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30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5CDC9-1B81-62D3-0DEB-554662AD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45B51-C3C5-04E8-45A4-54A677EB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CEAEB-3221-C71C-AA4A-AF6BF7C6B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Squeeze: Global Information Embedding</a:t>
            </a:r>
          </a:p>
          <a:p>
            <a:pPr marL="0" indent="0">
              <a:buNone/>
            </a:pPr>
            <a:r>
              <a:rPr lang="en-US" altLang="ko-KR" dirty="0"/>
              <a:t>(kind of average)</a:t>
            </a:r>
            <a:endParaRPr lang="ko-KR" alt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01259C01-0916-6E37-963D-14E812DC2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9884" y="3504063"/>
            <a:ext cx="5919148" cy="147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56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E46B0-E0EB-B895-568C-C5E60F9C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F04AF-A2F1-38EE-A143-3BFF7A06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9AB484-D56F-7CAA-741C-2A39B1B41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Excitation: Adaptive Recalibration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81E85FC9-EE5D-73A4-8D50-4C472A080D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3882" y="2578999"/>
            <a:ext cx="7303041" cy="63504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66EB8DD4-A1D1-8775-1A5B-C062C8702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2993" y="3568512"/>
            <a:ext cx="4949945" cy="432782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6138E494-D3DC-6A42-5AF1-CDABF72E2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2993" y="4136231"/>
            <a:ext cx="3934256" cy="486494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5956BC0D-42DD-3E95-DC31-FD6A38C78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2993" y="4718806"/>
            <a:ext cx="1918564" cy="43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42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8BA7B-55FA-3983-DE17-04EC195A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MobileNet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997309-3F70-95B8-A0EA-96E604979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about </a:t>
            </a:r>
            <a:r>
              <a:rPr lang="en-US" altLang="ko-KR" b="1" dirty="0">
                <a:solidFill>
                  <a:srgbClr val="FF0000"/>
                </a:solidFill>
              </a:rPr>
              <a:t>Optimizing CNN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2415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5608-D729-1D12-96A9-D09F51D8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3EB81-A8C5-0E32-00D6-B7F3393D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MobileNet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F3E17A-ECA7-42F3-A925-3C91D7ECB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Depthwise</a:t>
            </a:r>
            <a:r>
              <a:rPr lang="en-US" altLang="ko-KR" dirty="0"/>
              <a:t>-Pointwise Convolution</a:t>
            </a:r>
          </a:p>
          <a:p>
            <a:r>
              <a:rPr lang="en-US" altLang="ko-KR" dirty="0"/>
              <a:t>Inverted bottleneck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1607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F3E33-8228-AC7E-CDBE-78B8E8E6E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EfficientNet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18A90B-DF79-D001-EB78-5DF6D66B3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801"/>
            <a:ext cx="10515600" cy="4351338"/>
          </a:xfrm>
        </p:spPr>
        <p:txBody>
          <a:bodyPr/>
          <a:lstStyle/>
          <a:p>
            <a:r>
              <a:rPr lang="en-US" altLang="ko-KR" dirty="0"/>
              <a:t>Golden ratio of scale?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92B89D7-13C0-29E8-4695-EA8984E8D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630" y="2361484"/>
            <a:ext cx="5203655" cy="31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66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65F54-32F1-ABCF-9754-3DA2B2D0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EfficientNet</a:t>
            </a:r>
            <a:r>
              <a:rPr lang="en-US" altLang="ko-KR" dirty="0"/>
              <a:t>: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1CBCE9-3433-89D1-CFBD-6B9CC197A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MBConv</a:t>
            </a:r>
            <a:r>
              <a:rPr lang="en-US" altLang="ko-KR" dirty="0"/>
              <a:t>(Inverted bottleneck of </a:t>
            </a:r>
            <a:r>
              <a:rPr lang="en-US" altLang="ko-KR" dirty="0" err="1"/>
              <a:t>MobileNet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 &amp; E Optimization of </a:t>
            </a:r>
            <a:r>
              <a:rPr lang="en-US" altLang="ko-KR" dirty="0" err="1"/>
              <a:t>SENet</a:t>
            </a:r>
            <a:endParaRPr lang="en-US" altLang="ko-KR" dirty="0"/>
          </a:p>
          <a:p>
            <a:r>
              <a:rPr lang="en-US" altLang="ko-KR" dirty="0"/>
              <a:t>Compound scale 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9268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173</Words>
  <Application>Microsoft Office PowerPoint</Application>
  <PresentationFormat>와이드스크린</PresentationFormat>
  <Paragraphs>46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Wingdings</vt:lpstr>
      <vt:lpstr>Office 테마</vt:lpstr>
      <vt:lpstr>CNN review (from ResNet to EfficientNet)</vt:lpstr>
      <vt:lpstr>PowerPoint 프레젠테이션</vt:lpstr>
      <vt:lpstr>Deeper but not Better, why?</vt:lpstr>
      <vt:lpstr>ResNet: Residual Learning</vt:lpstr>
      <vt:lpstr>Better performance, how?</vt:lpstr>
      <vt:lpstr>Better performance, how?</vt:lpstr>
      <vt:lpstr>Better performance, how?</vt:lpstr>
      <vt:lpstr>DenseNet</vt:lpstr>
      <vt:lpstr>DenseNet</vt:lpstr>
      <vt:lpstr>SENet</vt:lpstr>
      <vt:lpstr>SENet</vt:lpstr>
      <vt:lpstr>SENet</vt:lpstr>
      <vt:lpstr>SENet</vt:lpstr>
      <vt:lpstr>MobileNet</vt:lpstr>
      <vt:lpstr>MobileNet</vt:lpstr>
      <vt:lpstr>EfficientNet</vt:lpstr>
      <vt:lpstr>EfficientNet: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재홍 주</dc:creator>
  <cp:lastModifiedBy>재홍 주</cp:lastModifiedBy>
  <cp:revision>2</cp:revision>
  <dcterms:created xsi:type="dcterms:W3CDTF">2026-06-10T12:45:34Z</dcterms:created>
  <dcterms:modified xsi:type="dcterms:W3CDTF">2026-06-14T13:34:02Z</dcterms:modified>
</cp:coreProperties>
</file>